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K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Pi alone (phase 1)</c:v>
                </c:pt>
                <c:pt idx="1">
                  <c:v>Pi + GPU tunnel (now)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72-4667-A66F-AF6813EBEA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093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is an offline voice companion built on a Raspberry Pi 5 paired with a GPU node. In 13 days and 99 commits it went from prototype to a working end-to-end system. Nothing touches the cloud — all traffic stays on a private tunnel.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capabilities shipped: natural multi-turn conversation, an expressive streamed voice, always-on grounded vision, and persistent memory with proactive behavior — greetings, ambient remarks.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 handles everything you touch — mic, wake word, camera, memory, speaker. The GPU runs the four heavy models. They talk over a private SSH tunnel on Tailscale, so it works from anywhere with nothing exposed to the internet. Two design wins: graceful fallback to local models, and every engine swappable from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number: moving speech-to-text to the GPU took a clip from 29 seconds to about 1. First LLM token in 0.6 s, first spoken audio in about a second because speech streams while the reply is still being generated. Vision runs at roughly 10 detections per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acts. One: the proof-of-concept ran entirely on the Pi. Two: made usable — faster transcription, real conversation, SQLite memory. Three: the Pi hit its ceiling, so heavy models moved to a GPU over SSH. Four: a natural streamed voice and a personality. Five: grounded vision, face enrolment, proactivity, and a hardened tunnel that works off-LAN.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near-term items: flip on voice ID (the code exists), finish barge-in so any speech interrupts, and systemd persistence so both boxes boot hands-free. Beyond that, the PLAN.md roadmap: identity, agentic tool use, human-like memory, and self-directed learning — from voice box to living companion.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97880" y="822960"/>
            <a:ext cx="2926080" cy="292608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2A37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0" y="1188720"/>
            <a:ext cx="2194560" cy="219456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3A4A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1554480"/>
            <a:ext cx="1463040" cy="146304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566B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8745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2075688"/>
            <a:ext cx="402336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02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 ·  JUNE 24 - JULY 6, 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143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640080" y="22402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 conversational voice companion say a wake word once, then just talk. It listens, thinks, sees, remembers, and replies in a natural human voice.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5800" y="4160520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2A3775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41605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commits in 13 days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60320" y="4160520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2A3775"/>
          </a:solidFill>
          <a:ln/>
        </p:spPr>
      </p:sp>
      <p:sp>
        <p:nvSpPr>
          <p:cNvPr id="13" name="Text 10"/>
          <p:cNvSpPr/>
          <p:nvPr/>
        </p:nvSpPr>
        <p:spPr>
          <a:xfrm>
            <a:off x="2560320" y="41605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 to end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51960" y="4160520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2A3775"/>
          </a:solidFill>
          <a:ln/>
        </p:spPr>
      </p:sp>
      <p:sp>
        <p:nvSpPr>
          <p:cNvPr id="15" name="Text 12"/>
          <p:cNvSpPr/>
          <p:nvPr/>
        </p:nvSpPr>
        <p:spPr>
          <a:xfrm>
            <a:off x="4251960" y="416052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+ GPU node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0" y="4160520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2A3775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416052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 — no cloud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ZERO can do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41648" cy="1645920"/>
          </a:xfrm>
          <a:prstGeom prst="roundRect">
            <a:avLst>
              <a:gd name="adj" fmla="val 5000"/>
            </a:avLst>
          </a:prstGeom>
          <a:solidFill>
            <a:srgbClr val="EDF2FE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167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426464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3167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Free-flowing conversation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190195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once (“Hey Jarvis”), then talk naturally. It bows out on “goodbye” and can be interrupted mid-reply.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45152" y="1097280"/>
            <a:ext cx="4041648" cy="1645920"/>
          </a:xfrm>
          <a:prstGeom prst="roundRect">
            <a:avLst>
              <a:gd name="adj" fmla="val 5000"/>
            </a:avLst>
          </a:prstGeom>
          <a:solidFill>
            <a:srgbClr val="EDF2FE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73752" y="13167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42646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3167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human-sounding voice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873752" y="190195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speech with laughs, sighs and emphasis the first words arrive in about a second.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971800"/>
            <a:ext cx="4041648" cy="1645920"/>
          </a:xfrm>
          <a:prstGeom prst="roundRect">
            <a:avLst>
              <a:gd name="adj" fmla="val 5000"/>
            </a:avLst>
          </a:prstGeom>
          <a:solidFill>
            <a:srgbClr val="EDF2FE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319125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30098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98448" y="31912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Sight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85800" y="37764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camera loop perceives the room continuously, with grounded distance and bearing no invented scenes.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645152" y="2971800"/>
            <a:ext cx="4041648" cy="1645920"/>
          </a:xfrm>
          <a:prstGeom prst="roundRect">
            <a:avLst>
              <a:gd name="adj" fmla="val 5000"/>
            </a:avLst>
          </a:prstGeom>
          <a:solidFill>
            <a:srgbClr val="EDF2FE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73752" y="319125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300984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1912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and presence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873752" y="37764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people and facts across sessions, greets by time of day, and makes ambient remarks on its own.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client, remote muscle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4114800" cy="1051560"/>
          </a:xfrm>
          <a:prstGeom prst="roundRect">
            <a:avLst>
              <a:gd name="adj" fmla="val 7826"/>
            </a:avLst>
          </a:prstGeom>
          <a:solidFill>
            <a:srgbClr val="EDF2FE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 the face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· wake word · speech detection · camera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(SQLite) · Bluetooth speaker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0" y="2103120"/>
            <a:ext cx="0" cy="128016"/>
          </a:xfrm>
          <a:prstGeom prst="line">
            <a:avLst/>
          </a:prstGeom>
          <a:noFill/>
          <a:ln w="19050">
            <a:solidFill>
              <a:srgbClr val="566B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2249424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2494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tunnel over Tailscale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2615184"/>
            <a:ext cx="0" cy="128016"/>
          </a:xfrm>
          <a:prstGeom prst="line">
            <a:avLst/>
          </a:prstGeom>
          <a:noFill/>
          <a:ln w="19050">
            <a:solidFill>
              <a:srgbClr val="566B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761488"/>
            <a:ext cx="411480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889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node - the muscle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21868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large-v3-turbo - hearing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8B via </a:t>
            </a:r>
            <a:r>
              <a:rPr lang="en-US" sz="11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thinking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Orpheus, quantized - speaking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Anything V2 - seeing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20640" y="117043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261872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623560" y="1170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soft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120640" y="1645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GPU is unreachable, the Pi falls back to small local models and keeps working voice-only, never a crash.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120640" y="276148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852928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23560" y="27614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Swappable by design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323697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sits behind an interface chosen in config.yaml. Moving a model between the Pi and the GPU is a setting change, not a rewrite.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TO 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9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993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29 s on the Pi alone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51760" y="960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TOKEN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51760" y="120700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~0.6s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651760" y="1993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8B on the GPU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0600" y="960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SPOKEN AUDIO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00600" y="120700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800600" y="1993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as it generates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49440" y="960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0" y="120700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949440" y="1993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detections, near real time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651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Transcription time per clip (seconds)</a:t>
            </a:r>
            <a:endParaRPr lang="en-US" sz="12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02920" y="2926080"/>
          <a:ext cx="813816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stream sentence by sentence - ZERO starts speaking before it has finished thinking.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 in five acts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16736" y="1965960"/>
            <a:ext cx="6510528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" y="172821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" y="1728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9496" y="2377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on the Pi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990088"/>
            <a:ext cx="1444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pipeline on the Pi's CPU. Rough, but it proved the concept.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06624" y="172821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706624" y="1728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67128" y="2377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it usable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21992" y="2990088"/>
            <a:ext cx="1444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15 s to 1.5 s; one-shot Q&amp;A became flowing conversation with memory.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34256" y="172821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334256" y="1728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2377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wall, the pivot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49624" y="2990088"/>
            <a:ext cx="1444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models moved to a GPU over SSH; 29 s transcriptions became about 1 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61888" y="172821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961888" y="1728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22392" y="2377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it human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77256" y="2990088"/>
            <a:ext cx="1444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streamed voice, a personality, and emotion cues it can perform.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9520" y="1728216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1728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50024" y="2377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 and presence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04888" y="2990088"/>
            <a:ext cx="1444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vision, face enrolment, proactive remarks - and it works from anywhere.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1188720"/>
            <a:ext cx="2377440" cy="237744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2A37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1600200"/>
            <a:ext cx="1554480" cy="155448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3A4A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011680"/>
            <a:ext cx="731520" cy="7315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1293876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1704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on voice ID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written - ZERO answers only the people it knows.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02996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213512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011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barge-in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80160" y="23042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speech interrupts it, not just the wake word.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287121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2976372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28529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 reboots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80160" y="3139005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on both boxes; zero manual steps at startup.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71246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3817620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36941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living-companion roadmap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280160" y="39867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agentic tools, human-like memory, self-directed learning.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in docs/PLAN.md  ·  docs/PROGRESS.md  ·  docs/OPERATIONS.md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849</Words>
  <Application>Microsoft Office PowerPoint</Application>
  <PresentationFormat>On-screen Show (16:9)</PresentationFormat>
  <Paragraphs>83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— Project achievements</dc:title>
  <dc:subject>PptxGenJS Presentation</dc:subject>
  <dc:creator>Gregory Kimani</dc:creator>
  <cp:lastModifiedBy>Greg Kym</cp:lastModifiedBy>
  <cp:revision>3</cp:revision>
  <dcterms:created xsi:type="dcterms:W3CDTF">2026-07-06T11:21:13Z</dcterms:created>
  <dcterms:modified xsi:type="dcterms:W3CDTF">2026-07-06T11:52:07Z</dcterms:modified>
</cp:coreProperties>
</file>